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1.5 分钟。先讲问题，不讲技术。</a:t>
            </a:r>
          </a:p>
          <a:p>
            <a:r>
              <a:t>一句话主张：基层医生不缺指南，缺的是一条能照着做、也能证明自己没做错的依据链。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讲三段事实时不要展开技术，让评委先建立问题认知。约 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用一个类比把问题从医疗推广到其他行业，为最后的“通用推广价值”铺垫。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重点讲“为什么不重复造检索”。约 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这一页很重要 —— 主动说明哪些是平台的、哪些是我们做的，比让评委追问更显专业。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先讲挑战，再讲方案。约 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这是核心方法。先讲整体，再用后面两页讲关键代码。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这是最有技术含量的一段。重点讲“为什么这是个安全性问题”。约 1.5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这是一个“小改动、大效果”的例子：条款命中率 82.2% → 100%。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强调两点：① 另两份文档未参与本体设计，是干净验证集；② 人工介入率为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 kg_consult_decision。约 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讲这一页是为了说明：我们不只是“调用了 MCP”，而是理解了协议层实现细节。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展示界面证据 —— 智能体主动加载 Skill。这是 Skill 真正生效的证明。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这是本项目最有说服力的一段：发现问题 → 定位 → 修复 → 量化。约 1.5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数据处理是官方要求项。重点讲语料清洗的技术难点。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演示时切到浏览器。三个问题预先放在剪贴板，直接粘贴。若网络异常则播放录屏。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这是“可复用 Skill 工作流模板沉淀方案”的实证。约 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这一页体现严谨性。主动讲清“能证明什么、不能证明什么”。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这是本轮最有说服力的一页。核心不是“我们做了”，而是“不做会怎样”。约 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30 秒。不要拖。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进入问答环节。参见《国赛答辩框架》第四节的 10 个预设问答。</a:t>
            </a:r>
          </a:p>
          <a:p>
            <a:r>
              <a:t>三条原则：有数据就报数据 · 有边界就说边界 · 不会就承认。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基层肺结节处置依据链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BFD4EA"/>
                </a:solidFill>
                <a:latin typeface="Microsoft YaHei"/>
              </a:rPr>
              <a:t>—— 让指南在诊室里可执行、可追溯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77639"/>
            <a:ext cx="2286000" cy="25400"/>
          </a:xfrm>
          <a:prstGeom prst="rect">
            <a:avLst/>
          </a:prstGeom>
          <a:solidFill>
            <a:srgbClr val="7FA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D6E3F0"/>
                </a:solidFill>
                <a:latin typeface="Microsoft YaHei"/>
              </a:rPr>
              <a:t>赛题3：基于华为 ModelEngine Nexent 打造可进化决策智能体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D6E3F0"/>
                </a:solidFill>
                <a:latin typeface="Microsoft YaHei"/>
              </a:rPr>
              <a:t>第十一届华为ICT大赛 · 中国总决赛答辩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D6E3F0"/>
                </a:solidFill>
                <a:latin typeface="Microsoft YaHei"/>
              </a:rPr>
              <a:t>〔学校名称〕 · 〔队伍名称〕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一、问题：从“发现结节”到“给出处置”之间的空白带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业务价值（15%）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0"/>
                <a:gridCol w="493776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事实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后果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影像 AI 能发现结节，但输出止于筛查报告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不回答“该怎么办”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指南写清了该怎么办，但它是给人读的散文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无法映射到每一份具体报告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大模型答得够准，但答案不可审计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医生无法拿没有出处的建议为自己负责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977639"/>
            <a:ext cx="10881360" cy="1051560"/>
          </a:xfrm>
          <a:prstGeom prst="rect">
            <a:avLst/>
          </a:prstGeom>
          <a:solidFill>
            <a:srgbClr val="F2F5F9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365D"/>
                </a:solidFill>
                <a:latin typeface="Microsoft YaHei"/>
              </a:defRPr>
            </a:pPr>
            <a:r>
              <a:t>三者叠加，形成了“检测之后、决策之前”的空白带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icrosoft YaHei"/>
              </a:rPr>
              <a:t>一句话主张：基层医生不缺指南，缺的是一条能照着做、也能证明自己没做错的依据链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二、这不是小众问题 —— 共性断层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业务价值（15%）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YaHei"/>
              </a:rPr>
              <a:t>四个行业的文档形态高度相似：都是「条款化规范 + 阈值条件 + 处置动作」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41832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行业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同样的断层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YaHei"/>
                        </a:rPr>
                        <a:t>医疗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指南写清了怎么办，但诊室里只有 3 分钟，指南是 14 页散文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YaHei"/>
                        </a:rPr>
                        <a:t>金融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信贷政策写得清楚，但客户经理无法为每笔业务逐条比对政策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YaHei"/>
                        </a:rPr>
                        <a:t>制造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设备手册有处置流程，但一线工人不会在故障时翻手册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YaHei"/>
                        </a:rPr>
                        <a:t>政务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办事指南公布在网上，但窗口人员仍靠经验判断材料是否齐全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  <a:latin typeface="Microsoft YaHei"/>
              </a:rPr>
              <a:t>本项目的贡献不是“做了一个肺结节智能体”，而是把“从行业文档到可执行知识”做成了一条可复制的流水线。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三、整体方案：四层架构 + 检索-推理双驱动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编排与 MCP/Skill 集成（15%）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498080"/>
                <a:gridCol w="201168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组成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提供方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肺结节规范处置智能体（面向县级医院与社区医生）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本项目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平台层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Agent 运行时 · 知识库检索 · MCP 生态 · 分层记忆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Nexent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平台层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领域本体 · 知识图谱 · 多跳推理 · 条款溯源 · 6 个 MCP 工具 · Skill 编排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本项目自研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3 份公开指南 + 1 份结构化表格 + 1 份影像报告样例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公开资料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709160"/>
            <a:ext cx="10881360" cy="1051560"/>
          </a:xfrm>
          <a:prstGeom prst="rect">
            <a:avLst/>
          </a:prstGeom>
          <a:solidFill>
            <a:srgbClr val="F2F5F9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B2B2B"/>
                </a:solidFill>
                <a:latin typeface="Microsoft YaHei"/>
              </a:defRPr>
            </a:pPr>
            <a:r>
              <a:t>平台提供了检索能力，但没有结构化的领域推理能力。</a:t>
            </a:r>
            <a:br/>
            <a:r>
              <a:t>我们没有重复造检索，而是在平台的空白处补上图谱推理与条款级溯源。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四、能力归属：主动划清边界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编排与 MCP/Skill 集成（15%）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Nexent 平台提供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Agent 运行时与编排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知识库检索（三模式 + rerank）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引用溯源（知识级）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MCP 工具生态与管理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分层记忆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Elasticsearch 向量检索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多模态模型接入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60020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本项目自研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领域本体（OWL，57 类）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知识图谱（三元组 + 多跳推理）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条款级溯源与拒答兜底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6 个 MCP 工具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Skill 三层编排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本体半自动化构建算法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语料清洗与数据治理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</a:rPr>
              <a:t>平台能力 + 自研增量 = 检索-推理双驱动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五、知识图谱构建：低资源场景的挑战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算法创新性（15%）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A365D"/>
                </a:solidFill>
                <a:latin typeface="Microsoft YaHei"/>
              </a:rPr>
              <a:t>① 临床领域没有公开的标准本体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300" b="0">
                <a:solidFill>
                  <a:srgbClr val="6B6B6B"/>
                </a:solidFill>
                <a:latin typeface="Microsoft YaHei"/>
              </a:rPr>
              <a:t>    通用本体（如 SNOMED）覆盖广但不含“指南条款”这一层结构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A365D"/>
                </a:solidFill>
                <a:latin typeface="Microsoft YaHei"/>
              </a:rPr>
              <a:t>② 人工构建本体成本极高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300" b="0">
                <a:solidFill>
                  <a:srgbClr val="6B6B6B"/>
                </a:solidFill>
                <a:latin typeface="Microsoft YaHei"/>
              </a:rPr>
              <a:t>    需要临床专家逐条梳理，按 90 秒/三元组估算，单份共识需 3 小时以上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A365D"/>
                </a:solidFill>
                <a:latin typeface="Microsoft YaHei"/>
              </a:rPr>
              <a:t>③ 指南更新快，本体需要持续演进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YaHei"/>
              </a:rPr>
              <a:t>    2024 → 2025 共识即有一次更新，固定知识库无法适配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六、三层构建流水线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算法创新性（15%）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523488" cy="13716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L1</a:t>
            </a:r>
            <a:br/>
            <a:r>
              <a:t>种子本体</a:t>
            </a:r>
            <a:br/>
            <a:r>
              <a:t>（人工定义 52 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3568" y="2029968"/>
            <a:ext cx="2011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6B6B"/>
                </a:solidFill>
              </a:defRPr>
            </a:pPr>
            <a: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4736" y="1920240"/>
            <a:ext cx="3523488" cy="13716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L2</a:t>
            </a:r>
            <a:br/>
            <a:r>
              <a:t>受约束抽取</a:t>
            </a:r>
            <a:br/>
            <a:r>
              <a:t>（切分→抽取→对齐）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8224" y="2029968"/>
            <a:ext cx="2011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6B6B"/>
                </a:solidFill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9391" y="1920240"/>
            <a:ext cx="3523488" cy="13716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L3</a:t>
            </a:r>
            <a:br/>
            <a:r>
              <a:t>人工审核闭环</a:t>
            </a:r>
            <a:br/>
            <a:r>
              <a:t>（候选池）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70332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754880"/>
                <a:gridCol w="53949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做什么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关键设计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人工定义种子本体（52 类 / 5 关系）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提供“可对齐的目标”，而非让模型自由发挥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条款切分 → 实体关系抽取 → **强制对齐**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抽出的概念必须能对齐种子本体，否则不入库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未对齐项进入候选池，人工审核后扩充本体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本体版本号 +1，重新对齐 —— 这是“可进化”的实现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七、关键代码解读（1/2）：主推荐句 / 注意事项切分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算法创新性（15%）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问题：条款正文含限定语，若一并抽取会把「随访」条款误读为「建议手术」 —— 即把过度诊疗自动化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233172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【推荐意见14】原文：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  "……如果混杂性结节增大或实性成分增多，通常提示为恶性，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    需考虑切除，而不是非手术活检……"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若从整段抽取，会把 "外科手术根治性切除" 错挂到随访条款上。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CAVEAT_MARKERS = ["随访中需注意", "需注意", "注意事项", "如果", "若"]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def _split_main_and_caveat(text):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"""把条款正文拆成「主推荐句」与「注意事项」"""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for marker in CAVEAT_MARKERS: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    idx = text.find(marker)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    if idx &gt; 0: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        return text[:idx], text[idx:]   # 主句 / 限定说明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return text, ""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处置动作只从主推荐句抽取；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注意事项中的禁忌内容单独抽为 contraindicatedFor 关系。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84632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937760"/>
                <a:gridCol w="4572000"/>
              </a:tblGrid>
              <a:tr h="4800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条款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修复前抽出的动作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修复后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推荐意见14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CT随访、外科手术根治性切除、经验性抗菌治疗、手术活检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CT随访、MDT多学科会诊、检查：CAC、检查：薄层CT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八、关键代码解读（2/2）：否定表述检测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算法创新性（15%）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问题：危险因素抽取只做关键词匹配，不做否定检测 —— 「无吸烟史」会被误判为「有吸烟史」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881360" cy="224028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NEGATION_PATTERNS = ["无", "不", "未", "否认", "没有", "非", ...]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GLOBAL_NO_RISK = ["无危险因素", "无吸烟史", "不吸烟", ...]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def _has_negation(text, keyword_pos, window=6):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"""在阳性关键词**前方 6 字符窗口**内检测否定词"""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start = max(0, keyword_pos - window)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return any(p in text[start:keyword_pos] for p in NEGATION_PATTERNS)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效果：【推荐意见10】（无危险因素）与【推荐意见11】（有危险因素）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      这两条条款的唯一区别就是“是否存在危险因素”，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      修复后条款命中率 82.2% → 100.0%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九、量化效果：三份真实指南的跨文档验证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算法创新性（15%）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48,773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清洗后总字符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9504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32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识别条款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8928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186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对象三元组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8352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本体对齐率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9637776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0%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人工介入率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46120"/>
          <a:ext cx="1088135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9062"/>
                <a:gridCol w="1516255"/>
                <a:gridCol w="981106"/>
                <a:gridCol w="1605446"/>
                <a:gridCol w="1159489"/>
              </a:tblGrid>
              <a:tr h="4914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文档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清洗后字符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条款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对象三元组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对齐率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肺结节诊治中国专家共识（2024年版）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19,109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肺癌筛查及肺结节健康管理专家共识（2025版）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12,056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中国肺癌低剂量CT筛查指南（2023年版）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9,634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7A4D"/>
                </a:solidFill>
                <a:latin typeface="Microsoft YaHei"/>
              </a:rPr>
              <a:t>★ 本体设计于 2024 共识，却无修改地处理了另两份未参与设计的文档 —— 这是泛化性的直接证据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对比纯人工构建：3.02 小时 → 秒级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十、自研 MCP Server：6 个工具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编排与 MCP/Skill 集成（15%）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389"/>
                <a:gridCol w="5661845"/>
                <a:gridCol w="2300124"/>
              </a:tblGrid>
              <a:tr h="43760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工具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调用时机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kg_consult_decision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★ 核心：多跳推理 + 条款级溯源 + 禁忌判定 + 分级诊疗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需要完整处置建议时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kg_lookup_concept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概念归一化与定义查询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术语不确定时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kg_get_clause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条款详情展开（含推荐强度与原文）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已知条款编号时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kg_find_clauses_by_nodule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按结节特征检索条款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快速定位 / 覆盖分析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kg_get_ontology_summary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本体概览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说明知识来源时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kg_list_clauses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条款清单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确认能力边界时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icrosoft YaHei"/>
              </a:rPr>
              <a:t>协议：Streamable HTTP（MCP 2024-11-05） · 端点 http://nexent-mcp:8020/mcp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7A4D"/>
                </a:solidFill>
                <a:latin typeface="Microsoft YaHei"/>
              </a:rPr>
              <a:t>状态：已接入平台（mcp_record_t）· 6 个工具已挂载到智能体（界面可见）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十一、关键代码：MCP 协议层的真实问题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编排与 MCP/Skill 集成（15%）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问题：容器间调用 http://nexent-mcp:8020/mcp 时报 HTTP 421 Misdirected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228600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根因：FastMCP 2.x 默认启用 DNS 重绑定保护（DNS rebinding protection），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      只信任 localhost —— 容器内网调用被拒绝。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from mcp.server.transport_security import TransportSecuritySettings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mcp.settings.transport_security = TransportSecuritySettings(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enable_dns_rebinding_protection=False,        # 容器内网调用需关闭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allowed_hosts=[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    "nexent-mcp:8020", "127.0.0.1:8020", "localhost:8020",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    ],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B2B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这是 MCP 协议的安全机制在容器化部署下的适配问题，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1F7A4D"/>
                </a:solidFill>
                <a:latin typeface="Consolas"/>
              </a:rPr>
              <a:t># 不是配置错误 —— 理解这一点才能正确定位。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1A365D"/>
                </a:solidFill>
                <a:latin typeface="Microsoft YaHei"/>
              </a:rPr>
              <a:t>平台机制发现：MCP 工具不会自动登记 —— 注册服务后还需调用 GET /api/tool/scan_tool 触发扫描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十二、Skill 三层编排与渐进式披露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编排与 MCP/Skill 集成（15%）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852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108960"/>
                <a:gridCol w="155448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依赖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L1 事实层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抽取结构化患者事实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kg_consult_decision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L2 推理层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本体匹配→条款定位→动作展开→禁忌判定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kg_consult_decision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L3 证据层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回检条款原文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knowledge_base_search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8620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A365D"/>
                </a:solidFill>
                <a:latin typeface="Microsoft YaHei"/>
              </a:rPr>
              <a:t>Skill 挂载状态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F7A4D"/>
                </a:solidFill>
                <a:latin typeface="Microsoft YaHei"/>
              </a:rPr>
              <a:t>✅ 已挂载到智能体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</a:rPr>
              <a:t>skill_instance_id=1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</a:rPr>
              <a:t>agent_id=2 · version_no=0 · enabled=true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</a:rPr>
              <a:t>⚠️ 创建 Skill 定义后，还须在 ag_skill_instance_t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</a:rPr>
              <a:t>    中建立关联，否则界面显示“暂未选择技能”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54480"/>
            <a:ext cx="4754880" cy="4069080"/>
          </a:xfrm>
          <a:prstGeom prst="rect">
            <a:avLst/>
          </a:prstGeom>
          <a:solidFill>
            <a:srgbClr val="F7F7F4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9144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【界面证据】智能体主动加载 Skill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Reasoning: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"There's a skill: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 lung-nodule-decision.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 Must load it first."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此请求与 lung-nodule-decision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技能描述高度匹配，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须先加载技能指南。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Executed code (PYTHON):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skill_content =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    read_skill_md(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      "lung-nodule-decision")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print(skill_content)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→ 这证明 Nexent 的渐进式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Skill 披露机制在工作：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元数据常驻上下文用于匹配，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B2B2B"/>
                </a:solidFill>
                <a:latin typeface="Consolas"/>
              </a:rPr>
              <a:t>  命中后才加载完整内容。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十三、三层拒答机制 —— 安全设计的核心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编排与 MCP/Skill 集成（15%）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  <a:gridCol w="2468880"/>
              </a:tblGrid>
              <a:tr h="4000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机制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实现位置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第 1 层 引擎层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判断 coverage，无匹配条款时返回 NOT_COVERED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MCP 推理引擎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第 2 层 编排层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提示词强制“缺关键信息必须追问、不给建议”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Agent 约束提示词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第 3 层 表现层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追问时列出所需信息、给选项、不加免责声明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输出格式约束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375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★ 我们发现并修复了一个真实缺陷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测试问题：“我有肺结节，该怎么办？”（完全缺少结节直径）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Microsoft YaHei"/>
              </a:rPr>
              <a:t>修复前：调用 18 次工具 · 耗时 59 秒 · 输出 2728 字试图硬答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Microsoft YaHei"/>
              </a:rPr>
              <a:t>根因：引擎层有拒答能力，但编排层的提示词里没有“必须追问”这条约束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7A4D"/>
                </a:solidFill>
                <a:latin typeface="Microsoft YaHei"/>
              </a:rPr>
              <a:t>修复后：调用 0 次工具 · 耗时 3.5 秒 · 改为结构化追问表单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</a:rPr>
              <a:t>追问内容：① 结节最大径是多少毫米？（必填）② 结节密度类型？（单选，含选项）③ 是否存在肺癌危险因素？（多选）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十四、知识库扩展与数据处理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资产激活的业务价值（15%）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33963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知识库配置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名称：肺结节指南知识库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存储：Elasticsearch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向量模型：BGE-M3（1024 维）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分块：17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检索：hybrid / accurate / semantic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扩展方式：新增文档即自动分块向量化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5544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★ 数据处理：语料清洗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</a:rPr>
              <a:t>问题：Word 提取的指南含 Zotero 引文元数据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YaHei"/>
              </a:rPr>
              <a:t>ADDIN ZOTERO_ITEM CSL_CITATION {...}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</a:rPr>
              <a:t>2025 共识被污染 230,399 字符，占原文 89%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</a:rPr>
              <a:t>难点：该 JSON 含嵌套括号，正则无法配对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F7A4D"/>
                </a:solidFill>
                <a:latin typeface="Microsoft YaHei"/>
              </a:rPr>
              <a:t>解法：括号配对扫描（同时跟踪字符串与转义状态）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F7A4D"/>
                </a:solidFill>
                <a:latin typeface="Microsoft YaHei"/>
              </a:rPr>
              <a:t>效果：中文占比 8.5% → 72.2%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1A365D"/>
                </a:solidFill>
                <a:latin typeface="Microsoft YaHei"/>
              </a:rPr>
              <a:t>数据合规（官方要求说明）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· 不使用任何真实患者数据 —— 知识来源全部为公开发布的指南与共识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· 评测集由条款适用区间系统化生成，金标准为条款编号本身，可机器判定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· 影像报告样例为按标准格式构造的示例，图中明确标注“不含真实患者信息”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· 数据留存本地服务器，数据不出院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十五、现场演示（三个场景）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系统交互体验与能力沉淀（15%）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937760"/>
                <a:gridCol w="5486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演示什么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8mm mGGN + 实性成分 2mm + 吸烟 30 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双驱动调用序列 · 条款级溯源 · 结构化输出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“我有肺结节，该怎么办？”（信息不足）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★ 交互式追问表单（三层拒答机制）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“能否做 PET-CT 评估？”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Microsoft YaHei"/>
                        </a:rPr>
                        <a:t>条件化禁忌判定：本例实性成分 2mm，属禁忌范围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1A365D"/>
                </a:solidFill>
                <a:latin typeface="Microsoft YaHei"/>
              </a:rPr>
              <a:t>演示时请评委关注调试窗口右侧的 Reasoning 面板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可以看到智能体：① 判断信息是否充足 → ② 加载 Skill → ③ 调用图谱工具推理 → ④ 回检条款原文 → ⑤ 输出带条款编号的建议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6B6B6B"/>
                </a:solidFill>
                <a:latin typeface="Microsoft YaHei"/>
              </a:rPr>
              <a:t>实测指标：典型正例平均 3.4 次工具调用 / 9.8 秒；追问场景 0 次调用 / 3.5 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十六、能力沉淀：工作流模板与跨行业迁移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通用推广价值（15%）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893"/>
                <a:gridCol w="2854127"/>
                <a:gridCol w="1070297"/>
                <a:gridCol w="981106"/>
                <a:gridCol w="1605446"/>
                <a:gridCol w="1159489"/>
              </a:tblGrid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领域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语料性质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概念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条款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对象三元组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对齐率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医疗 · 肺结节规范处置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真实公开规范（已清洗）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金融 · 信贷风险审查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样例语料（234 字）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004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4D"/>
                </a:solidFill>
                <a:latin typeface="Microsoft YaHei"/>
              </a:rPr>
              <a:t>骨架是否改动：否。仅替换种子本体、领域语料、术语词表、数值模式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1A365D"/>
                </a:solidFill>
                <a:latin typeface="Microsoft YaHei"/>
              </a:rPr>
              <a:t>★ 迁移中发现的一个机制：抽取量受种子本体表达力约束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同一份共识、同样 18 个条款：生产本体（52 类）抽出 110 个三元组，迁移模板（14 类）抽出 47 个 —— 差异只来自本体的类目粒度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Microsoft YaHei"/>
              </a:rPr>
              <a:t>实践含义：迁移时先用小本体打通骨架，再逐步细化；抽取量的提升应来自本体细化而非抽取算法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</a:rPr>
              <a:t>诚实声明：金融领域因无公开的真实信贷审查规范，采用样例语料验证骨架复用性。我们验证的是流水线的领域无关性，而非声称金融领域已达到医疗领域的验证深度。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十七、自测评测与诚实边界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系统交互体验与能力沉淀（15%）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58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评测用例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9504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条款命中率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8928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可溯源率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8352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拒答正确率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9637776" y="1554480"/>
            <a:ext cx="1975104" cy="13716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73152"/>
          <a:lstStyle/>
          <a:p>
            <a:pPr algn="ctr">
              <a:defRPr sz="2600" b="1">
                <a:solidFill>
                  <a:srgbClr val="C0392B"/>
                </a:solidFill>
                <a:latin typeface="Microsoft YaHei"/>
              </a:defRPr>
            </a:pPr>
            <a:r>
              <a:t>93.1%</a:t>
            </a:r>
          </a:p>
          <a:p>
            <a:pPr algn="ct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覆盖率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004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本评测能证明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条款定位：能否找到正确条款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阈值判定：≤ / &gt; 边界是否正确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溯源完整性：是否携带条款编号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拒答行为：信息不足时是否追问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跨文档一致性：四份文档 100% 对齐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32004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本评测不能证明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临床有效性 —— 需真实临床数据与伦理审批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安全性 —— 需前瞻性研究与不良事件监测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真实病例覆盖 —— 用例仍属构造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医生决策改善 —— 需对照实验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Microsoft YaHei"/>
                        </a:rPr>
                        <a:t>长期稳定性 —— 需持续运行观测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这是条款一致性测试，不是临床效果验证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十八、★ 对照实验：裸大模型 vs 本系统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算法创新性（15%）· 通用推广价值（15%）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365D"/>
                </a:solidFill>
                <a:latin typeface="Microsoft YaHei"/>
              </a:rPr>
              <a:t>同一批 6 个临床问题，分别交给两条通路 —— 让评委看差异，而不是听我们自评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5257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381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裸大模型（DeepSeek-V3）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无知识库 / 无图谱 / 无工具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系统提示词仅：“你是呼吸科医生”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【推荐意见N】溯源：0 / 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命中中国共识条款：0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分级诊疗 / MDT / CAC：全缺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免责声明：0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信息不足时：直接作答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引用来源：4 个未标注，1 个引 Fleischner（美国）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2057400"/>
          <a:ext cx="5257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</a:tblGrid>
              <a:tr h="381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本系统</a:t>
                      </a:r>
                    </a:p>
                  </a:txBody>
                  <a:tcPr marL="64008" marR="64008" marT="27432" marB="27432" anchor="ctr"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Nexent + 自研知识图谱 MCP + 知识库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完整检索-推理双驱动流程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【推荐意见N】溯源：6 / 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命中中国共识条款：6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分级诊疗 / MDT / CAC：均输出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免责声明：6 / 6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信息不足时：交互式追问表单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Microsoft YaHei"/>
                        </a:rPr>
                        <a:t>引用来源：全部标注条款号</a:t>
                      </a:r>
                    </a:p>
                  </a:txBody>
                  <a:tcPr marL="64008" marR="64008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solidFill>
            <a:srgbClr val="F2F5F9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C0392B"/>
                </a:solidFill>
                <a:latin typeface="Microsoft YaHei"/>
              </a:defRPr>
            </a:pPr>
            <a:r>
              <a:t>★ 15mm mGGN：裸模型直接建议“胸腔镜手术切除”；中国共识要求“先 3 个月重复 CT”</a:t>
            </a:r>
          </a:p>
          <a:p>
            <a:pPr algn="ctr">
              <a:defRPr sz="1150">
                <a:solidFill>
                  <a:srgbClr val="6B6B6B"/>
                </a:solidFill>
                <a:latin typeface="Microsoft YaHei"/>
              </a:defRPr>
            </a:pPr>
            <a:r>
              <a:t>而文献显示部分实性结节过度诊断率 31%、亚洲人群 38% —— 两条独立证据指向同一结论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46304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十九、总结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1215" y="987552"/>
            <a:ext cx="3566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▸ 通用推广价值（15%）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A365D"/>
                </a:solidFill>
                <a:latin typeface="Microsoft YaHei"/>
              </a:rPr>
              <a:t>我们做了什么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把「从行业文档到可执行知识」做成了一条可复制的流水线，并在肺结节这一个高价值场景中完成了端到端验证。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A365D"/>
                </a:solidFill>
                <a:latin typeface="Microsoft YaHei"/>
              </a:rPr>
              <a:t>三个可复用的产出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① 一套本体半自动化构建算法 —— 4 份真实规范 / 100% 对齐 / 人工介入率 0%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② 一个自研知识图谱 MCP 服务 —— 6 个工具 / 已挂载 / 条款级溯源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③ 一条领域无关的工作流模板 —— 医疗与金融双领域验证，骨架未改动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</a:defRPr>
            </a:pPr>
            <a: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BFD4EA"/>
                </a:solidFill>
                <a:latin typeface="Microsoft YaHei"/>
              </a:rPr>
              <a:t>恳请各位评委批评指正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BFD4EA"/>
                </a:solidFill>
                <a:latin typeface="Microsoft YaHei"/>
              </a:rPr>
              <a:t>〔学校名称〕 · 〔队伍名称〕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